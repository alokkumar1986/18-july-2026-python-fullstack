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1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4C76-62AF-4A47-BD74-85C08E4F921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Python Tutorial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Alok </a:t>
            </a:r>
            <a:r>
              <a:rPr lang="en-IN" dirty="0"/>
              <a:t>K</a:t>
            </a:r>
            <a:r>
              <a:rPr lang="en-IN" dirty="0" smtClean="0"/>
              <a:t>umar Nayak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smtClean="0"/>
              <a:t>Python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a </a:t>
            </a:r>
            <a:r>
              <a:rPr lang="en-GB" b="1" dirty="0"/>
              <a:t>Programming Language</a:t>
            </a:r>
            <a:r>
              <a:rPr lang="en-GB" dirty="0" smtClean="0"/>
              <a:t>. </a:t>
            </a:r>
          </a:p>
          <a:p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97585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Python is a </a:t>
            </a:r>
            <a:r>
              <a:rPr lang="en-GB" b="1" dirty="0"/>
              <a:t>High-Level Programming Language</a:t>
            </a:r>
            <a:r>
              <a:rPr lang="en-GB" dirty="0"/>
              <a:t>.</a:t>
            </a:r>
          </a:p>
          <a:p>
            <a:pPr algn="just"/>
            <a:r>
              <a:rPr lang="en-GB" i="1" dirty="0"/>
              <a:t>High-Level means Programmer friendly Programming Language. This means we are not required to worry about Low-level things [i.e., Memory management, security, destroying the objects and so on.] </a:t>
            </a:r>
          </a:p>
          <a:p>
            <a:pPr algn="just"/>
            <a:r>
              <a:rPr lang="en-GB" i="1" dirty="0"/>
              <a:t>By simply seeing the code programmer can understand the program. He can write the code </a:t>
            </a:r>
            <a:r>
              <a:rPr lang="en-GB" i="1" dirty="0" smtClean="0"/>
              <a:t>very </a:t>
            </a:r>
            <a:r>
              <a:rPr lang="en-GB" i="1" dirty="0"/>
              <a:t>easily. </a:t>
            </a:r>
          </a:p>
          <a:p>
            <a:pPr algn="just"/>
            <a:r>
              <a:rPr lang="en-GB" i="1" dirty="0"/>
              <a:t>High level languages are Programmer friendly languages but not machine friendly languages.</a:t>
            </a:r>
          </a:p>
        </p:txBody>
      </p:sp>
    </p:spTree>
    <p:extLst>
      <p:ext uri="{BB962C8B-B14F-4D97-AF65-F5344CB8AC3E}">
        <p14:creationId xmlns:p14="http://schemas.microsoft.com/office/powerpoint/2010/main" val="18465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Python is a </a:t>
            </a:r>
            <a:r>
              <a:rPr lang="en-GB" b="1" dirty="0"/>
              <a:t>General Purpose High </a:t>
            </a:r>
            <a:r>
              <a:rPr lang="en-GB" b="1" dirty="0" smtClean="0"/>
              <a:t>Level Interpreted </a:t>
            </a:r>
            <a:r>
              <a:rPr lang="en-GB" b="1" dirty="0"/>
              <a:t>Programming Language</a:t>
            </a:r>
            <a:r>
              <a:rPr lang="en-GB" dirty="0"/>
              <a:t>. </a:t>
            </a:r>
            <a:endParaRPr lang="en-GB" dirty="0" smtClean="0"/>
          </a:p>
          <a:p>
            <a:pPr algn="just"/>
            <a:r>
              <a:rPr lang="en-GB" dirty="0" smtClean="0"/>
              <a:t>Here</a:t>
            </a:r>
            <a:r>
              <a:rPr lang="en-GB" dirty="0"/>
              <a:t>, General Purpose means Python is not specific to a particular area, happily we can use Python for any type of application areas. </a:t>
            </a:r>
            <a:endParaRPr lang="en-GB" dirty="0" smtClean="0"/>
          </a:p>
          <a:p>
            <a:pPr algn="just"/>
            <a:r>
              <a:rPr lang="en-GB" dirty="0" smtClean="0"/>
              <a:t>For </a:t>
            </a:r>
            <a:r>
              <a:rPr lang="en-GB" dirty="0"/>
              <a:t>example, Desktop </a:t>
            </a:r>
            <a:r>
              <a:rPr lang="en-GB" dirty="0" smtClean="0"/>
              <a:t>Applications (</a:t>
            </a:r>
            <a:r>
              <a:rPr lang="en-GB" dirty="0" err="1" smtClean="0"/>
              <a:t>tkinter</a:t>
            </a:r>
            <a:r>
              <a:rPr lang="en-GB" dirty="0" smtClean="0"/>
              <a:t>), </a:t>
            </a:r>
            <a:r>
              <a:rPr lang="en-GB" dirty="0"/>
              <a:t>Web </a:t>
            </a:r>
            <a:r>
              <a:rPr lang="en-GB" dirty="0" smtClean="0"/>
              <a:t>Applications (Django), Data </a:t>
            </a:r>
            <a:r>
              <a:rPr lang="en-GB" dirty="0"/>
              <a:t>Science </a:t>
            </a:r>
            <a:r>
              <a:rPr lang="en-GB" dirty="0" smtClean="0"/>
              <a:t>Applications, </a:t>
            </a:r>
            <a:r>
              <a:rPr lang="en-GB" dirty="0"/>
              <a:t>Machine learning applications and so on. </a:t>
            </a:r>
            <a:endParaRPr lang="en-GB" dirty="0" smtClean="0"/>
          </a:p>
          <a:p>
            <a:pPr algn="just"/>
            <a:r>
              <a:rPr lang="en-GB" dirty="0" smtClean="0"/>
              <a:t>Everywhere we can </a:t>
            </a:r>
            <a:r>
              <a:rPr lang="en-GB" dirty="0"/>
              <a:t>use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54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Developed </a:t>
            </a:r>
            <a:r>
              <a:rPr lang="en-IN" dirty="0" smtClean="0"/>
              <a:t>Python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Guido Van Rossum</a:t>
            </a:r>
            <a:r>
              <a:rPr lang="en-GB" dirty="0"/>
              <a:t> developed Python language while working in National Research Institute (NRI) in </a:t>
            </a:r>
            <a:r>
              <a:rPr lang="en-GB" dirty="0" smtClean="0"/>
              <a:t>Netherland in the year 1989.</a:t>
            </a:r>
          </a:p>
          <a:p>
            <a:pPr algn="just"/>
            <a:r>
              <a:rPr lang="en-GB" dirty="0"/>
              <a:t>Officially Python was made available to public in 1991. The official Date of Birth for Python is : Feb 20th 1991</a:t>
            </a:r>
            <a:r>
              <a:rPr lang="en-GB" dirty="0" smtClean="0"/>
              <a:t>.</a:t>
            </a:r>
          </a:p>
          <a:p>
            <a:pPr algn="just"/>
            <a:r>
              <a:rPr lang="en-IN" dirty="0" smtClean="0"/>
              <a:t>Python become popular in the year 2019.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48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the name Python?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If you are a fan of any hero or heroine or political leader, generally you are trying to use same name for your passwords or user ids. It's a very common practice</a:t>
            </a:r>
            <a:r>
              <a:rPr lang="en-GB" dirty="0" smtClean="0"/>
              <a:t>.</a:t>
            </a:r>
          </a:p>
          <a:p>
            <a:pPr algn="just"/>
            <a:r>
              <a:rPr lang="en-GB" dirty="0" smtClean="0"/>
              <a:t>In </a:t>
            </a:r>
            <a:r>
              <a:rPr lang="en-GB" dirty="0"/>
              <a:t>The same, Guido Van Rossum also very much impressed with one fun show, </a:t>
            </a:r>
            <a:r>
              <a:rPr lang="en-GB" b="1" dirty="0"/>
              <a:t>The Complete Monty Python's Flying Circus</a:t>
            </a:r>
            <a:r>
              <a:rPr lang="en-GB" dirty="0"/>
              <a:t>, which was broadcasted in BBC from 1969 to 1974. From this show name, he selected the word Python to his programming </a:t>
            </a:r>
            <a:r>
              <a:rPr lang="en-GB" dirty="0" smtClean="0"/>
              <a:t>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69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as All Rounder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 smtClean="0"/>
              <a:t>Python can be used as Functional </a:t>
            </a:r>
            <a:r>
              <a:rPr lang="en-GB" dirty="0"/>
              <a:t>programming </a:t>
            </a:r>
            <a:r>
              <a:rPr lang="en-GB" dirty="0" smtClean="0"/>
              <a:t>like C,</a:t>
            </a:r>
          </a:p>
          <a:p>
            <a:pPr algn="just"/>
            <a:r>
              <a:rPr lang="en-GB" dirty="0" smtClean="0"/>
              <a:t>Object </a:t>
            </a:r>
            <a:r>
              <a:rPr lang="en-GB" dirty="0"/>
              <a:t>Oriented Programming </a:t>
            </a:r>
            <a:r>
              <a:rPr lang="en-GB" dirty="0" smtClean="0"/>
              <a:t>like C</a:t>
            </a:r>
            <a:r>
              <a:rPr lang="en-GB" dirty="0"/>
              <a:t>++ </a:t>
            </a:r>
          </a:p>
          <a:p>
            <a:pPr algn="just"/>
            <a:r>
              <a:rPr lang="en-GB" dirty="0" smtClean="0"/>
              <a:t>Scripting </a:t>
            </a:r>
            <a:r>
              <a:rPr lang="en-GB" dirty="0"/>
              <a:t>language </a:t>
            </a:r>
            <a:r>
              <a:rPr lang="en-GB" dirty="0" smtClean="0"/>
              <a:t>like Perl, Shell </a:t>
            </a:r>
            <a:r>
              <a:rPr lang="en-GB" dirty="0"/>
              <a:t>Script. </a:t>
            </a:r>
            <a:endParaRPr lang="en-GB" dirty="0" smtClean="0"/>
          </a:p>
          <a:p>
            <a:pPr algn="just"/>
            <a:r>
              <a:rPr lang="en-GB" dirty="0" smtClean="0"/>
              <a:t>So</a:t>
            </a:r>
            <a:r>
              <a:rPr lang="en-GB" dirty="0"/>
              <a:t>, Python is </a:t>
            </a:r>
            <a:r>
              <a:rPr lang="en-GB" dirty="0" smtClean="0"/>
              <a:t>considered </a:t>
            </a:r>
            <a:r>
              <a:rPr lang="en-GB" dirty="0"/>
              <a:t>as </a:t>
            </a:r>
            <a:r>
              <a:rPr lang="en-GB" b="1" dirty="0"/>
              <a:t>All Rounder</a:t>
            </a:r>
            <a:r>
              <a:rPr lang="en-GB" dirty="0"/>
              <a:t>. Python can enjoy the benefits of all types of programming language </a:t>
            </a:r>
            <a:r>
              <a:rPr lang="en-GB" dirty="0" smtClean="0"/>
              <a:t>paradigms.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07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and easy to </a:t>
            </a:r>
            <a:r>
              <a:rPr lang="en-GB" dirty="0" smtClean="0"/>
              <a:t>learn.</a:t>
            </a:r>
          </a:p>
          <a:p>
            <a:r>
              <a:rPr lang="en-IN" dirty="0"/>
              <a:t>Freeware and Open </a:t>
            </a:r>
            <a:r>
              <a:rPr lang="en-IN" dirty="0" smtClean="0"/>
              <a:t>Source.</a:t>
            </a:r>
          </a:p>
          <a:p>
            <a:r>
              <a:rPr lang="en-IN" dirty="0"/>
              <a:t>Platform </a:t>
            </a:r>
            <a:r>
              <a:rPr lang="en-IN" dirty="0" smtClean="0"/>
              <a:t>Independent.</a:t>
            </a:r>
          </a:p>
          <a:p>
            <a:r>
              <a:rPr lang="en-IN" dirty="0" smtClean="0"/>
              <a:t>Portability.</a:t>
            </a:r>
          </a:p>
          <a:p>
            <a:r>
              <a:rPr lang="en-IN" dirty="0" smtClean="0"/>
              <a:t>Embedded.</a:t>
            </a:r>
          </a:p>
          <a:p>
            <a:r>
              <a:rPr lang="en-IN" dirty="0"/>
              <a:t>Extensive </a:t>
            </a:r>
            <a:r>
              <a:rPr lang="en-IN" dirty="0" smtClean="0"/>
              <a:t>Library.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1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Limitations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 We want to develop mobile applications, Python is the worst choice</a:t>
            </a:r>
            <a:r>
              <a:rPr lang="en-GB" dirty="0" smtClean="0"/>
              <a:t>.</a:t>
            </a:r>
          </a:p>
          <a:p>
            <a:r>
              <a:rPr lang="en-GB" dirty="0"/>
              <a:t>Python is </a:t>
            </a:r>
            <a:r>
              <a:rPr lang="en-GB" dirty="0" smtClean="0"/>
              <a:t>interpreted </a:t>
            </a:r>
            <a:r>
              <a:rPr lang="en-GB" dirty="0"/>
              <a:t>programing language, here execution can be done line by line. That's why performance wise Python is not good</a:t>
            </a:r>
            <a:r>
              <a:rPr lang="en-GB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96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415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Python Tutorial</vt:lpstr>
      <vt:lpstr>What is Python?</vt:lpstr>
      <vt:lpstr>Continued…</vt:lpstr>
      <vt:lpstr>Continued..</vt:lpstr>
      <vt:lpstr>Who Developed Python?</vt:lpstr>
      <vt:lpstr>Why the name Python?</vt:lpstr>
      <vt:lpstr>Python as All Rounder</vt:lpstr>
      <vt:lpstr>Features</vt:lpstr>
      <vt:lpstr>Limitations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Tutorial</dc:title>
  <dc:creator>ISU_375</dc:creator>
  <cp:lastModifiedBy>Alok Kumar Nayak</cp:lastModifiedBy>
  <cp:revision>22</cp:revision>
  <dcterms:created xsi:type="dcterms:W3CDTF">2024-06-22T11:11:24Z</dcterms:created>
  <dcterms:modified xsi:type="dcterms:W3CDTF">2026-07-28T04:06:12Z</dcterms:modified>
</cp:coreProperties>
</file>